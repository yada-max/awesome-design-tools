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</a:t>
            </a:r>
            <a:pPr algn="l" indent="0" marL="0">
              <a:buNone/>
            </a:pPr>
            <a:r>
              <a:rPr lang="en-US" sz="2200" b="1" dirty="0">
                <a:solidFill>
                  <a:srgbClr val="F3EEE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ei</a:t>
            </a:r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</a:t>
            </a:r>
            <a:pPr algn="l" indent="0" marL="0">
              <a:buNone/>
            </a:pPr>
            <a:r>
              <a:rPr lang="en-US" sz="2200" b="1" dirty="0">
                <a:solidFill>
                  <a:srgbClr val="F3EEE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85455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D8CDB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HEIMAT LEBEN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25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[EXPOSÉ · PRÄSENTATION]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3EEE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[Titel der Präsentation]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794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8CDB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[Untertitel · Objekt · Anlass]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4572000"/>
            <a:ext cx="128016" cy="128016"/>
          </a:xfrm>
          <a:prstGeom prst="ellipse">
            <a:avLst/>
          </a:prstGeom>
          <a:solidFill>
            <a:srgbClr val="D29939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4572000"/>
            <a:ext cx="128016" cy="128016"/>
          </a:xfrm>
          <a:prstGeom prst="ellipse">
            <a:avLst/>
          </a:prstGeom>
          <a:solidFill>
            <a:srgbClr val="4A5C39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4572000"/>
            <a:ext cx="128016" cy="128016"/>
          </a:xfrm>
          <a:prstGeom prst="ellipse">
            <a:avLst/>
          </a:prstGeom>
          <a:solidFill>
            <a:srgbClr val="792D29"/>
          </a:solidFill>
          <a:ln/>
        </p:spPr>
      </p:sp>
      <p:sp>
        <p:nvSpPr>
          <p:cNvPr id="10" name="Shape 8"/>
          <p:cNvSpPr/>
          <p:nvPr/>
        </p:nvSpPr>
        <p:spPr>
          <a:xfrm>
            <a:off x="1335024" y="4572000"/>
            <a:ext cx="128016" cy="128016"/>
          </a:xfrm>
          <a:prstGeom prst="ellipse">
            <a:avLst/>
          </a:prstGeom>
          <a:solidFill>
            <a:srgbClr val="1F1C17"/>
          </a:solidFill>
          <a:ln/>
        </p:spPr>
      </p:sp>
      <p:sp>
        <p:nvSpPr>
          <p:cNvPr id="11" name="Shape 9"/>
          <p:cNvSpPr/>
          <p:nvPr/>
        </p:nvSpPr>
        <p:spPr>
          <a:xfrm>
            <a:off x="1591056" y="4572000"/>
            <a:ext cx="128016" cy="128016"/>
          </a:xfrm>
          <a:prstGeom prst="ellipse">
            <a:avLst/>
          </a:prstGeom>
          <a:solidFill>
            <a:srgbClr val="6B395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[Vorname Nachname] · [Funktion] · [TT.MM.JJJJ]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</a:t>
            </a:r>
            <a:pPr algn="l" indent="0" marL="0">
              <a:buNone/>
            </a:pPr>
            <a:r>
              <a:rPr lang="en-US" sz="22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ei</a:t>
            </a:r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</a:t>
            </a:r>
            <a:pPr algn="l" indent="0" marL="0">
              <a:buNone/>
            </a:pPr>
            <a:r>
              <a:rPr lang="en-US" sz="22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85455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HEIMAT LEBEN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25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ÜBERBLICK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Agenda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C253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EEE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C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[Ausgangslage / Anliegen]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C253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EEE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6118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C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[Lösung / Angebot]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C253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EEE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4805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C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[Details &amp; Konditionen]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C253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EEE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53492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C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[Nächste Schritte]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</a:t>
            </a:r>
            <a:pPr algn="l" indent="0" marL="0">
              <a:buNone/>
            </a:pPr>
            <a:r>
              <a:rPr lang="en-US" sz="22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ei</a:t>
            </a:r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</a:t>
            </a:r>
            <a:pPr algn="l" indent="0" marL="0">
              <a:buNone/>
            </a:pPr>
            <a:r>
              <a:rPr lang="en-US" sz="22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85455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HEIMAT LEBEN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25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[RUBRIK / HAUS]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[Abschnittstitel]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260604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F1C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[Einleitender Absatz – worum geht es, in zwei Sätzen.]</a:t>
            </a:r>
            <a:endParaRPr lang="en-US" sz="1500" dirty="0"/>
          </a:p>
          <a:p>
            <a:pPr algn="l"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C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[Argument oder Vorteil eins.]</a:t>
            </a:r>
            <a:endParaRPr lang="en-US" sz="1500" dirty="0"/>
          </a:p>
          <a:p>
            <a:pPr algn="l"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C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[Argument oder Vorteil zwei.]</a:t>
            </a:r>
            <a:endParaRPr lang="en-US" sz="1500" dirty="0"/>
          </a:p>
          <a:p>
            <a:pPr algn="l" marL="228600" indent="-2286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F1C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[Argument oder Vorteil drei.]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155448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EBE3D4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1554480"/>
            <a:ext cx="42976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Bild / Visual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(alt-Text setzen)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</a:t>
            </a:r>
            <a:pPr algn="l" indent="0" marL="0">
              <a:buNone/>
            </a:pPr>
            <a:r>
              <a:rPr lang="en-US" sz="22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ei</a:t>
            </a:r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</a:t>
            </a:r>
            <a:pPr algn="l" indent="0" marL="0">
              <a:buNone/>
            </a:pPr>
            <a:r>
              <a:rPr lang="en-US" sz="22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85455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HEIMAT LEBEN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25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AUF EINEN BLICK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Kennzahlen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EBE3D4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[42]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[Kennzahl eins]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83464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EBE3D4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30175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[8,5 %]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297680" y="4389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[Kennzahl zwei]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83464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EBE3D4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30175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[#1]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955280" y="4389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[Kennzahl drei]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</a:t>
            </a:r>
            <a:pPr algn="l" indent="0" marL="0">
              <a:buNone/>
            </a:pPr>
            <a:r>
              <a:rPr lang="en-US" sz="22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ei</a:t>
            </a:r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</a:t>
            </a:r>
            <a:pPr algn="l" indent="0" marL="0">
              <a:buNone/>
            </a:pPr>
            <a:r>
              <a:rPr lang="en-US" sz="22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85455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HEIMAT LEBEN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25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Eckdaten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EBE3D4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44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25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LAGE / KONTEXT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[…]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126480" y="274320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EBE3D4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944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25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UMFANG / FLÄCHE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3337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[…]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EBE3D4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27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25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AUSSTATTUNG / LEISTUNGEN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[…]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452628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EBE3D4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727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25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PREIS / KONDITIONEN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[…]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</a:t>
            </a:r>
            <a:pPr algn="l" indent="0" marL="0">
              <a:buNone/>
            </a:pPr>
            <a:r>
              <a:rPr lang="en-US" sz="22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ei</a:t>
            </a:r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</a:t>
            </a:r>
            <a:pPr algn="l" indent="0" marL="0">
              <a:buNone/>
            </a:pPr>
            <a:r>
              <a:rPr lang="en-US" sz="22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85455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HEIMAT LEBEN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309360" y="1554480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EBE3D4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0" y="1554480"/>
            <a:ext cx="5303520" cy="452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Großes Bild 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25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[RUBRIK]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C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[Bildthema / Geschichte]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338328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1C1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[Begleittext zum Bild – eine kurze, warme Erzählung im Ton der Marke.]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</a:t>
            </a:r>
            <a:pPr algn="l" indent="0" marL="0">
              <a:buNone/>
            </a:pPr>
            <a:r>
              <a:rPr lang="en-US" sz="2200" b="1" dirty="0">
                <a:solidFill>
                  <a:srgbClr val="F3EEE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ei</a:t>
            </a:r>
            <a:pPr algn="l" indent="0" marL="0">
              <a:buNone/>
            </a:pPr>
            <a:r>
              <a:rPr lang="en-US" sz="2200" b="1" dirty="0">
                <a:solidFill>
                  <a:srgbClr val="C253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</a:t>
            </a:r>
            <a:pPr algn="l" indent="0" marL="0">
              <a:buNone/>
            </a:pPr>
            <a:r>
              <a:rPr lang="en-US" sz="2200" b="1" dirty="0">
                <a:solidFill>
                  <a:srgbClr val="F3EEE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85455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D8CDB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HEIMAT LEBEN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3EEE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Heimat leben.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66928" y="3611880"/>
            <a:ext cx="128016" cy="128016"/>
          </a:xfrm>
          <a:prstGeom prst="ellipse">
            <a:avLst/>
          </a:prstGeom>
          <a:solidFill>
            <a:srgbClr val="D2993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611880"/>
            <a:ext cx="128016" cy="128016"/>
          </a:xfrm>
          <a:prstGeom prst="ellipse">
            <a:avLst/>
          </a:prstGeom>
          <a:solidFill>
            <a:srgbClr val="4A5C39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3611880"/>
            <a:ext cx="128016" cy="128016"/>
          </a:xfrm>
          <a:prstGeom prst="ellipse">
            <a:avLst/>
          </a:prstGeom>
          <a:solidFill>
            <a:srgbClr val="792D29"/>
          </a:solidFill>
          <a:ln/>
        </p:spPr>
      </p:sp>
      <p:sp>
        <p:nvSpPr>
          <p:cNvPr id="8" name="Shape 6"/>
          <p:cNvSpPr/>
          <p:nvPr/>
        </p:nvSpPr>
        <p:spPr>
          <a:xfrm>
            <a:off x="1335024" y="3611880"/>
            <a:ext cx="128016" cy="128016"/>
          </a:xfrm>
          <a:prstGeom prst="ellipse">
            <a:avLst/>
          </a:prstGeom>
          <a:solidFill>
            <a:srgbClr val="1F1C17"/>
          </a:solidFill>
          <a:ln/>
        </p:spPr>
      </p:sp>
      <p:sp>
        <p:nvSpPr>
          <p:cNvPr id="9" name="Shape 7"/>
          <p:cNvSpPr/>
          <p:nvPr/>
        </p:nvSpPr>
        <p:spPr>
          <a:xfrm>
            <a:off x="1591056" y="3611880"/>
            <a:ext cx="128016" cy="128016"/>
          </a:xfrm>
          <a:prstGeom prst="ellipse">
            <a:avLst/>
          </a:prstGeom>
          <a:solidFill>
            <a:srgbClr val="6B395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976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3EEE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[Vorname Nachname]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CDB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[Funktion] · HeiBen [Haus]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CDB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[+49 …] · [name]@heiben.de · heiben.de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4A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HeiBen Holding GmbH (i. G.) · Sitz Köln · Amtsgericht Köln HRB [Nummer] · USt-IdNr. [DE…]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2026-06-17T06:10:34Z</dcterms:created>
  <dcterms:modified xsi:type="dcterms:W3CDTF">2026-06-17T06:10:34Z</dcterms:modified>
</cp:coreProperties>
</file>